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822960"/>
            <a:ext cx="1554480" cy="1554480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841248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🧪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8412480" y="3566160"/>
            <a:ext cx="1463040" cy="1463040"/>
          </a:xfrm>
          <a:prstGeom prst="ellipse">
            <a:avLst/>
          </a:prstGeom>
          <a:solidFill>
            <a:srgbClr val="2A4D31"/>
          </a:solidFill>
          <a:ln/>
        </p:spPr>
      </p:sp>
      <p:sp>
        <p:nvSpPr>
          <p:cNvPr id="5" name="Shape 3"/>
          <p:cNvSpPr/>
          <p:nvPr/>
        </p:nvSpPr>
        <p:spPr>
          <a:xfrm>
            <a:off x="-640080" y="-822960"/>
            <a:ext cx="1645920" cy="1645920"/>
          </a:xfrm>
          <a:prstGeom prst="ellipse">
            <a:avLst/>
          </a:prstGeom>
          <a:solidFill>
            <a:srgbClr val="2A4D3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7498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A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GORILATOR RPG · PR #101 · ISSUES #64–#73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Feature Lab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CF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Scenarios, bots &amp; the event-module foundation — the workflow that turns a GitHub issue into a playable, self-verified feature.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2E5236"/>
          </a:solidFill>
          <a:ln w="12700">
            <a:solidFill>
              <a:srgbClr val="6B9A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632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issues</a:t>
            </a:r>
            <a:pPr algn="ctr" indent="0" marL="0">
              <a:buNone/>
            </a:pPr>
            <a:r>
              <a:rPr lang="en-US" sz="1050" dirty="0">
                <a:solidFill>
                  <a:srgbClr val="9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one PR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14600" y="306324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2E5236"/>
          </a:solidFill>
          <a:ln w="12700">
            <a:solidFill>
              <a:srgbClr val="6B9A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306324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 unit tests</a:t>
            </a:r>
            <a:pPr algn="ctr" indent="0" marL="0">
              <a:buNone/>
            </a:pPr>
            <a:r>
              <a:rPr lang="en-US" sz="1050" dirty="0">
                <a:solidFill>
                  <a:srgbClr val="9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50 before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7720" y="30632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E5236"/>
          </a:solidFill>
          <a:ln w="12700">
            <a:solidFill>
              <a:srgbClr val="6B9A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30632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 e2e</a:t>
            </a:r>
            <a:pPr algn="ctr" indent="0" marL="0">
              <a:buNone/>
            </a:pPr>
            <a:r>
              <a:rPr lang="en-US" sz="1050" dirty="0">
                <a:solidFill>
                  <a:srgbClr val="9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green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703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realm is now a sandbox — the tower defense is a plugin. </a:t>
            </a:r>
            <a:pPr indent="0" marL="0">
              <a:buNone/>
            </a:pPr>
            <a:r>
              <a:rPr lang="en-US" sz="1300" b="1" dirty="0">
                <a:solidFill>
                  <a:srgbClr val="F3D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future feature ships with a lab.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CFDC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docs/feature-lab.md  ·  July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7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tooling first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463040"/>
            <a:ext cx="384048" cy="384048"/>
          </a:xfrm>
          <a:prstGeom prst="ellipse">
            <a:avLst/>
          </a:prstGeom>
          <a:solidFill>
            <a:srgbClr val="C7BFA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435608"/>
            <a:ext cx="493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🗿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07008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196596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hardcoded game loop — goblin waves besiege La Crypta, always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 feature = boot the full game and play it by hand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Math.random() everywhere — a failing test is noise, not signal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veterans inflate wave difficulty for newcomers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023360" cy="3291840"/>
          </a:xfrm>
          <a:prstGeom prst="roundRect">
            <a:avLst>
              <a:gd name="adj" fmla="val 1944"/>
            </a:avLst>
          </a:prstGeom>
          <a:solidFill>
            <a:srgbClr val="E7EDDC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19472" y="1463040"/>
            <a:ext cx="384048" cy="384048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1435608"/>
            <a:ext cx="493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🧪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13248" y="14813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(this PR)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19472" y="196596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3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sandbox core + pluggable game loops (event modules)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3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gets an isolated scenario map + scripted-bot self-test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3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RNG — same seed, same run, trustworthy assertions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3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knobs on sliders; tuned values bake into realm.json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F6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GORILATOR RPG · FEATURE LAB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2/20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7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shipped — ten issues, one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16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🎲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24128" y="12801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Seeded RNG service  </a:t>
            </a:r>
            <a:pPr indent="0" marL="0">
              <a:buNone/>
            </a:pPr>
            <a:r>
              <a:rPr lang="en-US" sz="1050" dirty="0">
                <a:solidFill>
                  <a:srgbClr val="B07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#70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24128" y="15361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rolls, per-cycle seed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207008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316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⏩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230368" y="12801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timeScale audit  </a:t>
            </a:r>
            <a:pPr indent="0" marL="0">
              <a:buNone/>
            </a:pPr>
            <a:r>
              <a:rPr lang="en-US" sz="1050" dirty="0">
                <a:solidFill>
                  <a:srgbClr val="B07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#67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230368" y="15361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 accelerated simulation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029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🧬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24128" y="19933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Batched schema change  </a:t>
            </a:r>
            <a:pPr indent="0" marL="0">
              <a:buNone/>
            </a:pPr>
            <a:r>
              <a:rPr lang="en-US" sz="1050" dirty="0">
                <a:solidFill>
                  <a:srgbClr val="B07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24128" y="224942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 · hunger · gear · event HUD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1920240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2029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30368" y="19933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 API 1.1  </a:t>
            </a:r>
            <a:pPr indent="0" marL="0">
              <a:buNone/>
            </a:pPr>
            <a:r>
              <a:rPr lang="en-US" sz="1050" dirty="0">
                <a:solidFill>
                  <a:srgbClr val="B07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#71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230368" y="224942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registerEventModule game loops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633472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🏰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24128" y="270662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Crypta → plugin  </a:t>
            </a:r>
            <a:pPr indent="0" marL="0">
              <a:buNone/>
            </a:pPr>
            <a:r>
              <a:rPr lang="en-US" sz="1050" dirty="0">
                <a:solidFill>
                  <a:srgbClr val="B07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#73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24128" y="296265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 defense extracted, core = sandbox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2633472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30368" y="270662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Difficulty knobs  </a:t>
            </a:r>
            <a:pPr indent="0" marL="0">
              <a:buNone/>
            </a:pPr>
            <a:r>
              <a:rPr lang="en-US" sz="1050" dirty="0">
                <a:solidFill>
                  <a:srgbClr val="B07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#64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230368" y="296265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 valve for veteran waves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346704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8640" y="3456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24128" y="341985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manifests  </a:t>
            </a:r>
            <a:pPr indent="0" marL="0">
              <a:buNone/>
            </a:pPr>
            <a:r>
              <a:rPr lang="en-US" sz="1050" dirty="0">
                <a:solidFill>
                  <a:srgbClr val="B07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#65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24128" y="36758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test maps in scenarios/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3346704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54880" y="3456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230368" y="341985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runner  </a:t>
            </a:r>
            <a:pPr indent="0" marL="0">
              <a:buNone/>
            </a:pPr>
            <a:r>
              <a:rPr lang="en-US" sz="1050" dirty="0">
                <a:solidFill>
                  <a:srgbClr val="B07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#66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230368" y="36758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scenario + ?scenario= link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4059936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8640" y="4169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4128" y="413308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driver v1  </a:t>
            </a:r>
            <a:pPr indent="0" marL="0">
              <a:buNone/>
            </a:pPr>
            <a:r>
              <a:rPr lang="en-US" sz="1050" dirty="0">
                <a:solidFill>
                  <a:srgbClr val="B07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#68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24128" y="43891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players + headless harness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63440" y="4059936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754880" y="4169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🎛️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230368" y="413308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Tweaks panel + skill  </a:t>
            </a:r>
            <a:pPr indent="0" marL="0">
              <a:buNone/>
            </a:pPr>
            <a:r>
              <a:rPr lang="en-US" sz="1050" dirty="0">
                <a:solidFill>
                  <a:srgbClr val="B07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#69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230368" y="43891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sliders, Bake, /feature-dev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F6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GORILATOR RPG · FEATURE LAB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3/20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A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→ playable feature: one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023360" cy="749808"/>
          </a:xfrm>
          <a:prstGeom prst="roundRect">
            <a:avLst>
              <a:gd name="adj" fmla="val 8537"/>
            </a:avLst>
          </a:prstGeom>
          <a:solidFill>
            <a:srgbClr val="2A4D31"/>
          </a:solidFill>
          <a:ln w="9525">
            <a:solidFill>
              <a:srgbClr val="3C62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1490472"/>
            <a:ext cx="365760" cy="365760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6" name="Text 4"/>
          <p:cNvSpPr/>
          <p:nvPr/>
        </p:nvSpPr>
        <p:spPr>
          <a:xfrm>
            <a:off x="585216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8992" y="13898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issue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6642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/feature-dev restates the loop; asks before coding if ambiguous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139696"/>
            <a:ext cx="4023360" cy="749808"/>
          </a:xfrm>
          <a:prstGeom prst="roundRect">
            <a:avLst>
              <a:gd name="adj" fmla="val 8537"/>
            </a:avLst>
          </a:prstGeom>
          <a:solidFill>
            <a:srgbClr val="2A4D31"/>
          </a:solidFill>
          <a:ln w="9525">
            <a:solidFill>
              <a:srgbClr val="3C62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" y="2331720"/>
            <a:ext cx="365760" cy="365760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78992" y="22311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78992" y="250545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tier that works: content → plugin → core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4023360" cy="749808"/>
          </a:xfrm>
          <a:prstGeom prst="roundRect">
            <a:avLst>
              <a:gd name="adj" fmla="val 8537"/>
            </a:avLst>
          </a:prstGeom>
          <a:solidFill>
            <a:srgbClr val="2A4D31"/>
          </a:solidFill>
          <a:ln w="9525">
            <a:solidFill>
              <a:srgbClr val="3C62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" y="3172968"/>
            <a:ext cx="365760" cy="365760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78992" y="30723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the lab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" y="334670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scenarios/&lt;feature&gt;.json stages ONLY that feature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822192"/>
            <a:ext cx="4023360" cy="749808"/>
          </a:xfrm>
          <a:prstGeom prst="roundRect">
            <a:avLst>
              <a:gd name="adj" fmla="val 8537"/>
            </a:avLst>
          </a:prstGeom>
          <a:solidFill>
            <a:srgbClr val="2A4D31"/>
          </a:solidFill>
          <a:ln w="9525">
            <a:solidFill>
              <a:srgbClr val="3C62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5216" y="4014216"/>
            <a:ext cx="365760" cy="365760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21" name="Text 19"/>
          <p:cNvSpPr/>
          <p:nvPr/>
        </p:nvSpPr>
        <p:spPr>
          <a:xfrm>
            <a:off x="585216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78992" y="39136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self-test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78992" y="418795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players prove the loop headlessly, in vitest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1298448"/>
            <a:ext cx="4023360" cy="749808"/>
          </a:xfrm>
          <a:prstGeom prst="roundRect">
            <a:avLst>
              <a:gd name="adj" fmla="val 8537"/>
            </a:avLst>
          </a:prstGeom>
          <a:solidFill>
            <a:srgbClr val="2A4D31"/>
          </a:solidFill>
          <a:ln w="9525">
            <a:solidFill>
              <a:srgbClr val="3C62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91456" y="1490472"/>
            <a:ext cx="365760" cy="365760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26" name="Text 24"/>
          <p:cNvSpPr/>
          <p:nvPr/>
        </p:nvSpPr>
        <p:spPr>
          <a:xfrm>
            <a:off x="4791456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285232" y="13898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ladder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85232" y="16642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· typecheck · build · test · e2e · bench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2139696"/>
            <a:ext cx="4023360" cy="749808"/>
          </a:xfrm>
          <a:prstGeom prst="roundRect">
            <a:avLst>
              <a:gd name="adj" fmla="val 8537"/>
            </a:avLst>
          </a:prstGeom>
          <a:solidFill>
            <a:srgbClr val="2A4D31"/>
          </a:solidFill>
          <a:ln w="9525">
            <a:solidFill>
              <a:srgbClr val="3C62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91456" y="2331720"/>
            <a:ext cx="365760" cy="365760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31" name="Text 29"/>
          <p:cNvSpPr/>
          <p:nvPr/>
        </p:nvSpPr>
        <p:spPr>
          <a:xfrm>
            <a:off x="4791456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285232" y="22311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off a link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85232" y="250545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?scenario=&lt;feature&gt; — auto-joins single-player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2980944"/>
            <a:ext cx="4023360" cy="749808"/>
          </a:xfrm>
          <a:prstGeom prst="roundRect">
            <a:avLst>
              <a:gd name="adj" fmla="val 8537"/>
            </a:avLst>
          </a:prstGeom>
          <a:solidFill>
            <a:srgbClr val="2A4D31"/>
          </a:solidFill>
          <a:ln w="9525">
            <a:solidFill>
              <a:srgbClr val="3C62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91456" y="3172968"/>
            <a:ext cx="365760" cy="365760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36" name="Text 34"/>
          <p:cNvSpPr/>
          <p:nvPr/>
        </p:nvSpPr>
        <p:spPr>
          <a:xfrm>
            <a:off x="4791456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285232" y="30723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play &amp; tune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85232" y="334670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tweaks panel: sliders apply live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663440" y="3822192"/>
            <a:ext cx="4023360" cy="749808"/>
          </a:xfrm>
          <a:prstGeom prst="roundRect">
            <a:avLst>
              <a:gd name="adj" fmla="val 8537"/>
            </a:avLst>
          </a:prstGeom>
          <a:solidFill>
            <a:srgbClr val="2A4D31"/>
          </a:solidFill>
          <a:ln w="9525">
            <a:solidFill>
              <a:srgbClr val="3C62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91456" y="4014216"/>
            <a:ext cx="365760" cy="365760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41" name="Text 39"/>
          <p:cNvSpPr/>
          <p:nvPr/>
        </p:nvSpPr>
        <p:spPr>
          <a:xfrm>
            <a:off x="4791456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285232" y="39136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 values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85232" y="418795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numbers persist to realm.json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D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 — all five: </a:t>
            </a:r>
            <a:pPr algn="ctr" indent="0" marL="0">
              <a:buNone/>
            </a:pPr>
            <a:r>
              <a:rPr lang="en-US" sz="1200" dirty="0">
                <a:solidFill>
                  <a:srgbClr val="F2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scenario manifest · bot self-test · tweak knobs · docs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FDC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GORILATOR RPG · FEATURE LAB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FDC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4/20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7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LAB · #65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 — an isolated test map per feature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44168"/>
            <a:ext cx="347472" cy="347472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5" name="Text 3"/>
          <p:cNvSpPr/>
          <p:nvPr/>
        </p:nvSpPr>
        <p:spPr>
          <a:xfrm>
            <a:off x="402336" y="131673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🗺️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128930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feature, nothing else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32688" y="1527048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JSON manifest in scenarios/ stages exactly what the feature needs: world entities, your loadout &amp; stats, tuning overrides, bots.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350008"/>
            <a:ext cx="347472" cy="347472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" y="232257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229514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 over your config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32688" y="2532888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order: defaults → realm.json → scenario → GORILATOR_TEST → live sliders. Last write wins.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264408"/>
            <a:ext cx="347472" cy="347472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" y="323697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🔇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" y="320954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Quiet by default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32688" y="3447288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realm event (waves + objective) and ambient spawners stay OFF unless the manifest turns them 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178808"/>
            <a:ext cx="347472" cy="347472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17" name="Text 15"/>
          <p:cNvSpPr/>
          <p:nvPr/>
        </p:nvSpPr>
        <p:spPr>
          <a:xfrm>
            <a:off x="402336" y="415137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🎯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" y="412394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32688" y="4361688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"seed" pins every gameplay roll — same scenario + same seed = same run.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1280160"/>
            <a:ext cx="4023360" cy="3520440"/>
          </a:xfrm>
          <a:prstGeom prst="rect">
            <a:avLst/>
          </a:prstGeom>
          <a:solidFill>
            <a:srgbClr val="22402A"/>
          </a:solidFill>
          <a:ln w="9525">
            <a:solidFill>
              <a:srgbClr val="3C62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1371600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3D9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scenarios/hunger.json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28032" y="1572768"/>
            <a:ext cx="3730752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FDC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"hunger"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FDC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"seed":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3D9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1234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FDC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"world": {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"groundItems": [{ "item": "banana",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"x": 2, "z": 0, "count": 5 }]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"player": { "stats": { "hunger": 40 } },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"systems": { "events": false,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"spawners": false },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"tuning": { "enemyMaxHp": 20 },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"timeScale": 2,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"bots": [{ "behavior": "eat_when_low" }]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FDC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F6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GORILATOR RPG · FEATURE LAB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5/20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7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LAB · #65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manifest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822960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28930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2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world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48840" y="1261872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the map: resources (tree | rock), groundItems, npcs (defId = model), enemies (goblin/dummy/defId).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8229600" cy="475488"/>
          </a:xfrm>
          <a:prstGeom prst="roundRect">
            <a:avLst>
              <a:gd name="adj" fmla="val 13462"/>
            </a:avLst>
          </a:prstGeom>
          <a:solidFill>
            <a:srgbClr val="E7EDDC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183794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2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48840" y="1810512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joiners get this loadout (replaces starter items), whitelisted stats (incl. mana/hunger), and position.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822960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" y="238658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2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48840" y="2359152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Toggles: events (the realm game loop) and spawners (ambient spawning). Both default OFF in a lab.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52928"/>
            <a:ext cx="8229600" cy="475488"/>
          </a:xfrm>
          <a:prstGeom prst="roundRect">
            <a:avLst>
              <a:gd name="adj" fmla="val 13462"/>
            </a:avLst>
          </a:prstGeom>
          <a:solidFill>
            <a:srgbClr val="E7EDDC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" y="293522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2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48840" y="2907792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DevTuningKey. These ARE the declared tweak knobs — the panel pins exactly these keys.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01568"/>
            <a:ext cx="822960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" y="348386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2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timeScale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48840" y="3456432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0–16. Accelerate the whole sim — grow, drain, cool down in seconds. Bot waits scale too.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50208"/>
            <a:ext cx="8229600" cy="475488"/>
          </a:xfrm>
          <a:prstGeom prst="roundRect">
            <a:avLst>
              <a:gd name="adj" fmla="val 13462"/>
            </a:avLst>
          </a:prstGeom>
          <a:solidFill>
            <a:srgbClr val="E7EDDC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" y="403250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2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48840" y="4005072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players spawned with the room: behavior, count, position, loadout, stats.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5537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examples: scenarios/bot-arena.json (the template) · wave-siege.json · baseline.json — see scenarios/README.md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F6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GORILATOR RPG · FEATURE LAB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6/20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7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LAB · #66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a lab — one command to playable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937760" cy="2286000"/>
          </a:xfrm>
          <a:prstGeom prst="rect">
            <a:avLst/>
          </a:prstGeom>
          <a:solidFill>
            <a:srgbClr val="22402A"/>
          </a:solidFill>
          <a:ln w="9525">
            <a:solidFill>
              <a:srgbClr val="3C62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389888"/>
            <a:ext cx="4645152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 scenario bot-arena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FDC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[scenario] "bot-arena" selected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FDC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[scenario] ready-to-play: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3D9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http://localhost:4901/?scenario=bot-arena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GORILATOR_SEED=68 pnpm dev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FDC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[rng] realm cycle seed = 68 (source: env)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:4902/api/status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FDC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"activeScenario": "bot-arena",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FDC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"cycleSeed": { "seed": 68, ... } 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23560" y="1389888"/>
            <a:ext cx="347472" cy="347472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7" name="Text 5"/>
          <p:cNvSpPr/>
          <p:nvPr/>
        </p:nvSpPr>
        <p:spPr>
          <a:xfrm>
            <a:off x="5568696" y="136245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48" y="133502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 var is the source of truth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99048" y="1572768"/>
            <a:ext cx="2633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runner sets GORILATOR_SCENARIO; on open dev servers ?scenario= alone also works for a fresh room.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23560" y="2441448"/>
            <a:ext cx="347472" cy="347472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11" name="Text 9"/>
          <p:cNvSpPr/>
          <p:nvPr/>
        </p:nvSpPr>
        <p:spPr>
          <a:xfrm>
            <a:off x="5568696" y="241401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🚪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9048" y="23865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splash, no login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099048" y="2624328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?scenario= link skips credentials and auto-joins single-player.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23560" y="3355848"/>
            <a:ext cx="347472" cy="347472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15" name="Text 13"/>
          <p:cNvSpPr/>
          <p:nvPr/>
        </p:nvSpPr>
        <p:spPr>
          <a:xfrm>
            <a:off x="5568696" y="332841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99048" y="33009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Wipes re-stage the lab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099048" y="3538728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realm reset rebuilds the staged world with the same pinned seed.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Per-worktree ports (.claude/launch.json) — labs in parallel worktrees never collide.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F6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GORILATOR RPG · FEATURE LAB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7/20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7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LAB · #68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driver — scripted players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Primitives (compose with seq / loop)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69164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E52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moveTo · pickupNearest · attackNearest · eat · waitFor · waitUntil · say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for their future systems (fail loudly today):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7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craft · equip · cast · plant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8368" y="294436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primitive has a sim-time timeout — a stuck bot reports </a:t>
            </a:r>
            <a:pPr indent="0" marL="0">
              <a:buNone/>
            </a:pPr>
            <a:r>
              <a:rPr lang="en-US" sz="1050" dirty="0">
                <a:solidFill>
                  <a:srgbClr val="A3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"failed"</a:t>
            </a:r>
            <a:pPr indent="0" marL="0"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never hangs a test.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64608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Builtin behaviors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64608" y="1700784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E7EDDC"/>
          </a:solidFill>
          <a:ln w="12700">
            <a:solidFill>
              <a:srgbClr val="6B8F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7007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5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47688" y="1700784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E7EDDC"/>
          </a:solidFill>
          <a:ln w="12700">
            <a:solidFill>
              <a:srgbClr val="6B8F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47688" y="17007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5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64608" y="2084832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E7EDDC"/>
          </a:solidFill>
          <a:ln w="12700">
            <a:solidFill>
              <a:srgbClr val="6B8F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208483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5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47688" y="2084832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E7EDDC"/>
          </a:solidFill>
          <a:ln w="12700">
            <a:solidFill>
              <a:srgbClr val="6B8F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47688" y="208483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5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eat_when_low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64608" y="251460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are ordinary Players (bot-0, bot-1…) — movement, combat, stamina and pickups treat them like anyone.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E5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registerBotBehavior adds your own.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8229600" cy="914400"/>
          </a:xfrm>
          <a:prstGeom prst="roundRect">
            <a:avLst>
              <a:gd name="adj" fmla="val 7000"/>
            </a:avLst>
          </a:prstGeom>
          <a:solidFill>
            <a:srgbClr val="E7EDDC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" y="3950208"/>
            <a:ext cx="365760" cy="365760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" y="3922776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🖥️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822192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23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run modes.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3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Headless: createScenarioSim runs the real systems in vitest — no sockets, no ports.  Live: scenarios auto-spawn their bots[], or use Dev Mode → Bots / the dev_bot message (max 8).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F6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GORILATOR RPG · FEATURE LAB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8/20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7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LAB · #68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 self-test, in vitest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120640" cy="2788920"/>
          </a:xfrm>
          <a:prstGeom prst="rect">
            <a:avLst/>
          </a:prstGeom>
          <a:solidFill>
            <a:srgbClr val="22402A"/>
          </a:solidFill>
          <a:ln w="9525">
            <a:solidFill>
              <a:srgbClr val="3C62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371600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3D9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packages/server/src/systems/bots/botArena.test.ts — the template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1572768"/>
            <a:ext cx="4828032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sim = createScenarioSim({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loadScenario(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3D9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"bot-arena"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)!,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sim.runUntil((state) =&gt;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allEnemiesDead(state));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expect(countItem(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sim.inventories.get(lootBot)!,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"banana")).toBe(3);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sim.dispose();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ALWAYS (afterEach)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806440" y="1389888"/>
            <a:ext cx="347472" cy="347472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8" name="Text 6"/>
          <p:cNvSpPr/>
          <p:nvPr/>
        </p:nvSpPr>
        <p:spPr>
          <a:xfrm>
            <a:off x="5751576" y="136245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⚙️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81928" y="133502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systems, real order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81928" y="1572768"/>
            <a:ext cx="2450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Composes the actual movement/combat/AI systems in GameRoom tick order at 50ms steps.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06440" y="2414016"/>
            <a:ext cx="347472" cy="347472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12" name="Text 10"/>
          <p:cNvSpPr/>
          <p:nvPr/>
        </p:nvSpPr>
        <p:spPr>
          <a:xfrm>
            <a:off x="5751576" y="238658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81928" y="235915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 state, not pixels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81928" y="2596896"/>
            <a:ext cx="2450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GameState + recorded broadcasts — the repo's DOM-not-canvas rule.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06440" y="3438144"/>
            <a:ext cx="347472" cy="347472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16" name="Text 14"/>
          <p:cNvSpPr/>
          <p:nvPr/>
        </p:nvSpPr>
        <p:spPr>
          <a:xfrm>
            <a:off x="5751576" y="341071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🎲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81928" y="338328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Determinism proof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81928" y="3621024"/>
            <a:ext cx="2450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scenario + same seed → byte-identical world evolution (it's a test in the template).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4988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07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test IS the “bot self-test” artifact of the Definition of Done.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F6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GORILATOR RPG · FEATURE LAB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9/20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7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LAB · #69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part: play it, feel it, move sliders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" y="1389888"/>
            <a:ext cx="365760" cy="365760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29844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</a:t>
            </a:r>
            <a:pPr indent="0" marL="0">
              <a:buNone/>
            </a:pPr>
            <a:r>
              <a:rPr lang="en-US" sz="125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link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5544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?scenario=&lt;name&gt; auto-joins; the server announces the scenario to your client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3504" y="2148840"/>
            <a:ext cx="365760" cy="365760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0574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🎛️  </a:t>
            </a:r>
            <a:pPr indent="0" marL="0">
              <a:buNone/>
            </a:pPr>
            <a:r>
              <a:rPr lang="en-US" sz="125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Dev Mode → Gameplay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31343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“Scenario tweaks — &lt;name&gt;” section sits pinned on top with the manifest's knobs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752344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" y="2907792"/>
            <a:ext cx="365760" cy="365760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81635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🎚️  </a:t>
            </a:r>
            <a:pPr indent="0" marL="0">
              <a:buNone/>
            </a:pPr>
            <a:r>
              <a:rPr lang="en-US" sz="125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live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07238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 apply instantly via dev_tune — no restart, no config file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511296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" y="3666744"/>
            <a:ext cx="365760" cy="365760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" y="3666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5753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 </a:t>
            </a:r>
            <a:pPr indent="0" marL="0">
              <a:buNone/>
            </a:pPr>
            <a:r>
              <a:rPr lang="en-US" sz="125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 values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383133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writes the tuned numbers into realm.json's tuning block — they survive the session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1234440"/>
            <a:ext cx="2423160" cy="2971800"/>
          </a:xfrm>
          <a:prstGeom prst="roundRect">
            <a:avLst>
              <a:gd name="adj" fmla="val 2642"/>
            </a:avLst>
          </a:prstGeom>
          <a:solidFill>
            <a:srgbClr val="2A4D31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46520" y="1371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in the panel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46520" y="1691640"/>
            <a:ext cx="2103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3D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section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F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spawn/clear scripted players while you watch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3D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 time bar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F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fast-forward the whole sim (and bot waits)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3D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fallback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F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brand-new knobs get an input even before a slider exists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43708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 is a Vite dev endpoint (/__scenario/bake) — it only ever touches realm.json's tuning block.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F6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GORILATOR RPG · FEATURE LAB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10/20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7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LAB · #69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/feature-dev — the pipeline as an agent skill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868680"/>
          </a:xfrm>
          <a:prstGeom prst="rect">
            <a:avLst/>
          </a:prstGeom>
          <a:solidFill>
            <a:srgbClr val="22402A"/>
          </a:solidFill>
          <a:ln w="9525">
            <a:solidFill>
              <a:srgbClr val="3C62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389888"/>
            <a:ext cx="36393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/feature-dev implement issue #77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FDC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hunger, food, cooking &amp; farming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walks the whole Definition of Done: it reads the issue, asks 2–3 pointed questions if the spec is ambiguous, implements at the lowest tier, authors the scenario, writes the bot self-test, runs the ladder — and ends by handing you a ready-to-play link.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7947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B07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human's job collapses to the part humans are for: play it, feel it, tune the sliders, say yes or no.”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64608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skill enforces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64608" y="1783080"/>
            <a:ext cx="3611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before coding — ambiguous numbers or interactions become questions, not guesses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tier that works: content JSON → plugin → core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systems: perf span + pure (state, dt) + seeded rng() only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cranked so the full loop plays out in under a minute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self-test from the botArena template before any human plays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verification ladder before the hand-off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F6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GORILATOR RPG · FEATURE LAB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11/20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731520"/>
            <a:ext cx="2377440" cy="2377440"/>
          </a:xfrm>
          <a:prstGeom prst="ellipse">
            <a:avLst/>
          </a:prstGeom>
          <a:solidFill>
            <a:srgbClr val="2A4D31"/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3657600"/>
            <a:ext cx="2194560" cy="2194560"/>
          </a:xfrm>
          <a:prstGeom prst="ellipse">
            <a:avLst/>
          </a:prstGeom>
          <a:solidFill>
            <a:srgbClr val="2A4D3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E0A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TWO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F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changes every future feature stands 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51560" y="329184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2E5236"/>
          </a:solidFill>
          <a:ln w="12700">
            <a:solidFill>
              <a:srgbClr val="6B9A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918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seeded RNG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88920" y="329184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2E5236"/>
          </a:solidFill>
          <a:ln w="12700">
            <a:solidFill>
              <a:srgbClr val="6B9A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32918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⏩ timeScale 16×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26280" y="32918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E5236"/>
          </a:solidFill>
          <a:ln w="12700">
            <a:solidFill>
              <a:srgbClr val="6B9A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32918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schema batch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55080" y="32918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E5236"/>
          </a:solidFill>
          <a:ln w="12700">
            <a:solidFill>
              <a:srgbClr val="6B9A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2918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plugin API 1.1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FDC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GORILATOR RPG · FEATURE LAB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FDC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12/20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7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· #70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Seeded RNG — the dice are now a service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754880" cy="2148840"/>
          </a:xfrm>
          <a:prstGeom prst="rect">
            <a:avLst/>
          </a:prstGeom>
          <a:solidFill>
            <a:srgbClr val="22402A"/>
          </a:solidFill>
          <a:ln w="9525">
            <a:solidFill>
              <a:srgbClr val="3C62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389888"/>
            <a:ext cx="4462272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gameplay code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roll = rng(state,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3D9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"drops"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(roll() &lt; rule.probability) 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tests — never spy Math.random again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installFixedRng(state, 0.5);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pin a whole run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3D9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GORILATOR_SEED=68 pnpm dev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0" y="1389888"/>
            <a:ext cx="347472" cy="347472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7" name="Text 5"/>
          <p:cNvSpPr/>
          <p:nvPr/>
        </p:nvSpPr>
        <p:spPr>
          <a:xfrm>
            <a:off x="5431536" y="136245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61888" y="133502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streams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61888" y="1572768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· drops · spawns · ai · world · bots · misc — adding a roll in one never shifts another's sequence.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0" y="2414016"/>
            <a:ext cx="347472" cy="347472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11" name="Text 9"/>
          <p:cNvSpPr/>
          <p:nvPr/>
        </p:nvSpPr>
        <p:spPr>
          <a:xfrm>
            <a:off x="5431536" y="238658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61888" y="235915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seed per realm cycle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61888" y="2596896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seed → GORILATOR_SEED → random. Logged at boot, reported at /api/status.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0" y="3438144"/>
            <a:ext cx="347472" cy="347472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15" name="Text 13"/>
          <p:cNvSpPr/>
          <p:nvPr/>
        </p:nvSpPr>
        <p:spPr>
          <a:xfrm>
            <a:off x="5431536" y="341071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61888" y="3383280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Injected, not ambient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61888" y="3621024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Keyed by the GameState object — pure (state, dt) signatures unchanged.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4754880" cy="960120"/>
          </a:xfrm>
          <a:prstGeom prst="roundRect">
            <a:avLst>
              <a:gd name="adj" fmla="val 6667"/>
            </a:avLst>
          </a:prstGeom>
          <a:solidFill>
            <a:srgbClr val="F7E9D4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" y="376732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8A5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Guard test: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rng.test.ts greps the server source — any new Math.random() in gameplay code FAILS the suite. Use rng(state, stream).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F6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GORILATOR RPG · FEATURE LAB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13/20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7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· #67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timeScale — fast-forward the sim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B07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16×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cap (TIME_SCALE_MAX) — the Dev Mode time bar now goes ⏸ · ½ · 1 · 2 · 4 · 8 · 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108960" y="1280160"/>
            <a:ext cx="2743200" cy="301752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with time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1783080"/>
            <a:ext cx="2423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(state, dt) system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regrow &amp; respawn timers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regen, buffs, throws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event-module wave clocks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waitFor / waitUntil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89320" y="1280160"/>
            <a:ext cx="2697480" cy="301752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7220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Wall-clock by design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72200" y="178308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game-over intermission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ghost-cam while paused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 tracking &amp; benchmarks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watchFile reloads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Nostr challenge expiry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Equivalence-tested: N ticks at 1× ≡ N/2 at 2×; 0× freezes everything. Above 16× a 20 Hz tick starts tunnelling through collision — sub-stepping is the documented follow-up.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F6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GORILATOR RPG · FEATURE LAB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14/20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7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· #71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 API 1.1 — game loops as plugins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892040" cy="3108960"/>
          </a:xfrm>
          <a:prstGeom prst="rect">
            <a:avLst/>
          </a:prstGeom>
          <a:solidFill>
            <a:srgbClr val="22402A"/>
          </a:solidFill>
          <a:ln w="9525">
            <a:solidFill>
              <a:srgbClr val="3C62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371600"/>
            <a:ext cx="4562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3D9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plugins/&lt;name&gt;/src/server.ts — compiles against @rpg/shared ONLY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1572768"/>
            <a:ext cx="459943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ctx.registerEventModule({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"my-event",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onStart(ev) {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ev.world.spawnStructure({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3D9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"house"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onTick(ev, dt) {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ev.world.spawnEnemy({ ... });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ev.setEventHud({ timerMs, progress });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(lost) ev.endEvent({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3D9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"defeat"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FDC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onCommand(ev, cmd) { /* force_next_wave */ },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23560" y="1389888"/>
            <a:ext cx="347472" cy="347472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8" name="Text 6"/>
          <p:cNvSpPr/>
          <p:nvPr/>
        </p:nvSpPr>
        <p:spPr>
          <a:xfrm>
            <a:off x="5568696" y="136245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9048" y="1335024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Host-owned world mutators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099048" y="1572768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spawnEnemy · spawnStructure · giveItem · grantXp · broadcast — plus ev.tuning(key), ev.rng(stream), ev.customWave(n).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23560" y="2560320"/>
            <a:ext cx="347472" cy="347472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12" name="Text 10"/>
          <p:cNvSpPr/>
          <p:nvPr/>
        </p:nvSpPr>
        <p:spPr>
          <a:xfrm>
            <a:off x="5568696" y="253288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📡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99048" y="2505456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lifecycle events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99048" y="2743200"/>
            <a:ext cx="2587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realm:start · entity:damaged · event:start/end · objective:complete — fired at host chokepoints.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23560" y="3630168"/>
            <a:ext cx="347472" cy="347472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16" name="Text 14"/>
          <p:cNvSpPr/>
          <p:nvPr/>
        </p:nvSpPr>
        <p:spPr>
          <a:xfrm>
            <a:off x="5568696" y="360273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🛡️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99048" y="3575304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by construction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48" y="3813048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Perf-spanned as event:&lt;id&gt;; a throwing module is logged, never kills the 20 Hz tick. Additive: ^1.0.0 plugins still load.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F6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GORILATOR RPG · FEATURE LAB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15/20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7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· #73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Crypta is now a plugin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74320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 to the plugin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719072"/>
            <a:ext cx="2423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scheduler + clock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Crypta spawn + regen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home-fall → defeat → wipe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HUD sync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234440"/>
            <a:ext cx="274320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Stays in core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20440" y="1719072"/>
            <a:ext cx="2423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goblin AI + all brains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&amp; damage formula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spawners, leaderboards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waves.json content pipeline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2468880" cy="2377440"/>
          </a:xfrm>
          <a:prstGeom prst="rect">
            <a:avLst/>
          </a:prstGeom>
          <a:solidFill>
            <a:srgbClr val="22402A"/>
          </a:solidFill>
          <a:ln w="9525">
            <a:solidFill>
              <a:srgbClr val="3C62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32588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3D9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realm.json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382512" y="1527048"/>
            <a:ext cx="217627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"events": {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"enabled": true,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"autoStart": true,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"module":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3D9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"la-crypta-defense",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"config": {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"difficultyMult": 1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8229600" cy="868680"/>
          </a:xfrm>
          <a:prstGeom prst="roundRect">
            <a:avLst>
              <a:gd name="adj" fmla="val 7368"/>
            </a:avLst>
          </a:prstGeom>
          <a:solidFill>
            <a:srgbClr val="E7EDDC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" y="4041648"/>
            <a:ext cx="365760" cy="365760"/>
          </a:xfrm>
          <a:prstGeom prst="ellipse">
            <a:avLst/>
          </a:prstGeom>
          <a:solidFill>
            <a:srgbClr val="7FA662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" y="4014216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88620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223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changed nothing: 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3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characterization suites (wave pacing, sizes, levels, spread, regen, defeat flow) were written against the OLD core first — and pass unchanged against the plugin. Disable it (events.enabled: false or GORILATOR_TEST=1) → open sandbox: no house, no waves, no wipe.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F6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GORILATOR RPG · FEATURE LAB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16/20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7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· #64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Difficulty knobs — the relief valve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persists across wipes — so returning veterans inflate wave size and enemy levels for everyone. These knobs put that curve on sliders.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603504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901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52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difficultySizeScale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21762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5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 –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54680" y="1883664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×N on wave size (before the waveSizeMax cap)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542032"/>
            <a:ext cx="603504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" y="26151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52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difficultyLevelScale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" y="288950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5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– 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54680" y="2596896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×N on the per-wave level escalation — 0 = never escalate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255264"/>
            <a:ext cx="603504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" y="33284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52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difficultyLevelCap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8368" y="36027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5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– 200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54680" y="331012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ceiling on spawned enemy levels — 0 = uncapped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75120" y="1828800"/>
            <a:ext cx="2011680" cy="2139696"/>
          </a:xfrm>
          <a:prstGeom prst="roundRect">
            <a:avLst>
              <a:gd name="adj" fmla="val 3182"/>
            </a:avLst>
          </a:prstGeom>
          <a:solidFill>
            <a:srgbClr val="2A4D31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39712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D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Tunable from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39712" y="2231136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F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realm.json tuning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F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manifests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F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Mode sliders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F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events.config.difficultyMult (per-event ×)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defaults (1 / 1 / 0) every formula reduces exactly to legacy behavior — characterization-pinned. Try it staged: pnpm scenario wave-siege.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F6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GORILATOR RPG · FEATURE LAB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17/20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7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· #72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batched schema change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754880" cy="2651760"/>
          </a:xfrm>
          <a:prstGeom prst="rect">
            <a:avLst/>
          </a:prstGeom>
          <a:solidFill>
            <a:srgbClr val="22402A"/>
          </a:solidFill>
          <a:ln w="9525">
            <a:solidFill>
              <a:srgbClr val="3C62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371600"/>
            <a:ext cx="4425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3D9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packages/shared/src/schema — @type synced fields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1572768"/>
            <a:ext cx="4462272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GameState — the event HUD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eventId  eventLabel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eventTimerMs  eventProgress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Player — survival &amp; visible gear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  maxMana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hunger  maxHunger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gearWeapon  gearHead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gearChest  gearBoots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0" y="1389888"/>
            <a:ext cx="347472" cy="347472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8" name="Text 6"/>
          <p:cNvSpPr/>
          <p:nvPr/>
        </p:nvSpPr>
        <p:spPr>
          <a:xfrm>
            <a:off x="5431536" y="136245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61888" y="133502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reload required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61888" y="1572768"/>
            <a:ext cx="2724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@type change needs pnpm build:shared + a client HARD reload — HMR is not enough. That cost is WHY changes are batched.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0" y="2578608"/>
            <a:ext cx="347472" cy="347472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12" name="Text 10"/>
          <p:cNvSpPr/>
          <p:nvPr/>
        </p:nvSpPr>
        <p:spPr>
          <a:xfrm>
            <a:off x="5431536" y="255117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61888" y="252374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 going forward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61888" y="2761488"/>
            <a:ext cx="2724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@type fields outside a planned batch. Per-player state (quests, inventory) uses server Maps + owner-only client.send().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0" y="3721608"/>
            <a:ext cx="347472" cy="347472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16" name="Text 14"/>
          <p:cNvSpPr/>
          <p:nvPr/>
        </p:nvSpPr>
        <p:spPr>
          <a:xfrm>
            <a:off x="5431536" y="369417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🚀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61888" y="366674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for perf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61888" y="3904488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syncs every frame to every client — keeping it lean is browser-game discipline.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160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(#75), survival (#77) and abilities (#78) write these fields later — no further schema release needed.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F6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GORILATOR RPG · FEATURE LAB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18/20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7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GUIDE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 &amp; gotchas — the field guide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" y="1362456"/>
            <a:ext cx="347472" cy="347472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3502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🎲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8992" y="132588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Math.random()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8992" y="158191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rng.test.ts source guard fails the suite — use rng(state, "stream")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02336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9744" y="1362456"/>
            <a:ext cx="347472" cy="347472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33502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🥊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85232" y="132588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Manifests beat tuning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85232" y="158191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entity-features.json per-entity stats override scenario tuning (goblin hp 45 beats enemyMaxHp 20) — stage dummies for exact stats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402336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" y="2551176"/>
            <a:ext cx="347472" cy="347472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52374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78992" y="251460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Silence the spawners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8992" y="277063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systems.spawners: false or ambient goblins wander into your lab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663440" y="2423160"/>
            <a:ext cx="402336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9744" y="2551176"/>
            <a:ext cx="347472" cy="347472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52374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🧹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85232" y="251460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sim.dispose()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85232" y="277063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devTuning/realmEvents are module-global — undisposed sims leak tuning across test files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57200" y="3611880"/>
            <a:ext cx="402336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" y="3739896"/>
            <a:ext cx="347472" cy="347472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71246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🔄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78992" y="370332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reload after schema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78992" y="395935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clients desync silently against a new shared build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4663440" y="3611880"/>
            <a:ext cx="402336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9525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9744" y="3739896"/>
            <a:ext cx="347472" cy="347472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71246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🧪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85232" y="370332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GORILATOR_TEST=1 = events off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85232" y="395935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F6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wave-size-0 hack is gone; scenario bots still spawn in test mode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F6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GORILATOR RPG · FEATURE LAB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19/20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3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640080"/>
            <a:ext cx="2011680" cy="2011680"/>
          </a:xfrm>
          <a:prstGeom prst="ellipse">
            <a:avLst/>
          </a:prstGeom>
          <a:solidFill>
            <a:srgbClr val="2A4D3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A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remaining issue is now a /feature-dev run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846320" cy="2651760"/>
          </a:xfrm>
          <a:prstGeom prst="rect">
            <a:avLst/>
          </a:prstGeom>
          <a:solidFill>
            <a:srgbClr val="22402A"/>
          </a:solidFill>
          <a:ln w="9525">
            <a:solidFill>
              <a:srgbClr val="3C62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25880"/>
            <a:ext cx="4517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3D9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cheat sheet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21792" y="1527048"/>
            <a:ext cx="4553712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stage &amp; play any lab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 scenario bot-arena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 scenario wave-siege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pin the dice / inspect the run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GORILATOR_SEED=68 pnpm dev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:4902/api/status   # scenario + seed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 the next feature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3D9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/feature-dev implement issue #77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577840" y="1234440"/>
            <a:ext cx="3108960" cy="2651760"/>
          </a:xfrm>
          <a:prstGeom prst="roundRect">
            <a:avLst>
              <a:gd name="adj" fmla="val 2414"/>
            </a:avLst>
          </a:prstGeom>
          <a:solidFill>
            <a:srgbClr val="2A4D31"/>
          </a:solidFill>
          <a:ln w="9525">
            <a:solidFill>
              <a:srgbClr val="3C62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D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queue (Phase 3)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0" y="1719072"/>
            <a:ext cx="2788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FDC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#75 equipment &amp; wearables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FDC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#76 crafting + stations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FDC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#77 hunger, food &amp; farming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FDC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#78 abilities &amp; action bar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FDC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#79 threat &amp; trinity combat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FDC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#80 parties  ·  #81 quests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FDC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#74 default sandbox loop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ships with its own scenario, bots and knobs — </a:t>
            </a:r>
            <a:pPr algn="ctr" indent="0" marL="0">
              <a:buNone/>
            </a:pPr>
            <a:r>
              <a:rPr lang="en-US" sz="1300" b="1" dirty="0">
                <a:solidFill>
                  <a:srgbClr val="F3D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just play the link and say yes or no.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github.com/agustinkassis/gorilator-rpg/pull/101  ·  docs/feature-lab.md  ·  scenarios/README.md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FDC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GORILATOR RPG · FEATURE LAB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FDC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20/20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Feature Lab — scenarios, bots &amp; the event-module foundation</dc:title>
  <dc:subject>PptxGenJS Presentation</dc:subject>
  <dc:creator>Gorilator RPG</dc:creator>
  <cp:lastModifiedBy>Gorilator RPG</cp:lastModifiedBy>
  <cp:revision>1</cp:revision>
  <dcterms:created xsi:type="dcterms:W3CDTF">2026-07-03T06:45:25Z</dcterms:created>
  <dcterms:modified xsi:type="dcterms:W3CDTF">2026-07-03T06:45:25Z</dcterms:modified>
</cp:coreProperties>
</file>