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937760" cy="4937760"/>
          </a:xfrm>
          <a:prstGeom prst="ellipse">
            <a:avLst/>
          </a:prstGeom>
          <a:solidFill>
            <a:srgbClr val="97BC62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1920240" cy="1920240"/>
          </a:xfrm>
          <a:prstGeom prst="ellipse">
            <a:avLst/>
          </a:prstGeom>
          <a:solidFill>
            <a:srgbClr val="E3A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6F4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Plugins Work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9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game — new brains, items, systems, content, and UI —</a:t>
            </a:r>
            <a:endParaRPr lang="en-US" sz="1550" dirty="0"/>
          </a:p>
          <a:p>
            <a:pPr indent="0" marL="0">
              <a:buNone/>
            </a:pPr>
            <a:r>
              <a:rPr lang="en-US" sz="1550" i="1" dirty="0">
                <a:solidFill>
                  <a:srgbClr val="C9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touching the core.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584448"/>
            <a:ext cx="1735531" cy="420624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84448"/>
            <a:ext cx="17355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packs</a:t>
            </a:r>
            <a:pPr algn="ctr"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pure JSON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6779" y="3584448"/>
            <a:ext cx="1960474" cy="420624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6779" y="3584448"/>
            <a:ext cx="19604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plugins</a:t>
            </a:r>
            <a:pPr algn="ctr"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full hooks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38421" y="3584448"/>
            <a:ext cx="2335378" cy="420624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8421" y="3584448"/>
            <a:ext cx="23353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 realm packs</a:t>
            </a:r>
            <a:pPr algn="ctr"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kind 30333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508760" cy="1508760"/>
          </a:xfrm>
          <a:prstGeom prst="ellipse">
            <a:avLst/>
          </a:prstGeom>
          <a:solidFill>
            <a:srgbClr val="E3A92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8070" y="1748790"/>
            <a:ext cx="754380" cy="7543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4681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4B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docs/plugins.md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tiers of extensibility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4023360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07008"/>
            <a:ext cx="64008" cy="2852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43560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577340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4356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tier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389888" y="17830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E7EDD6"/>
          </a:solidFill>
          <a:ln/>
        </p:spPr>
      </p:sp>
      <p:sp>
        <p:nvSpPr>
          <p:cNvPr id="12" name="Text 9"/>
          <p:cNvSpPr/>
          <p:nvPr/>
        </p:nvSpPr>
        <p:spPr>
          <a:xfrm>
            <a:off x="1389888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from ANY author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2304288"/>
            <a:ext cx="3520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NPCs, waves, items, drops, props — pure JSON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validated, never executed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content manifests, a plugin's content/, or Nostr kind-30333 realm packs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207008"/>
            <a:ext cx="4023360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207008"/>
            <a:ext cx="64008" cy="2852928"/>
          </a:xfrm>
          <a:prstGeom prst="rect">
            <a:avLst/>
          </a:prstGeom>
          <a:solidFill>
            <a:srgbClr val="E3A92B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1435608"/>
            <a:ext cx="566928" cy="566928"/>
          </a:xfrm>
          <a:prstGeom prst="ellipse">
            <a:avLst/>
          </a:prstGeom>
          <a:solidFill>
            <a:srgbClr val="E3A9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1577340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96128" y="14356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tier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596128" y="178308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7E9C8"/>
          </a:solidFill>
          <a:ln/>
        </p:spPr>
      </p:sp>
      <p:sp>
        <p:nvSpPr>
          <p:cNvPr id="20" name="Text 16"/>
          <p:cNvSpPr/>
          <p:nvPr/>
        </p:nvSpPr>
        <p:spPr>
          <a:xfrm>
            <a:off x="5596128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it like merging a PR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937760" y="2304288"/>
            <a:ext cx="3520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brains, item behaviors, 20 Hz tick systems, event listeners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item models, frame hooks, dev panels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Node privileges — ships as plugins/&lt;name&gt;/ or npm gorilator-plugin-*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4334256"/>
            <a:ext cx="8229600" cy="384048"/>
          </a:xfrm>
          <a:prstGeom prst="rect">
            <a:avLst/>
          </a:prstGeom>
          <a:solidFill>
            <a:srgbClr val="E7EDD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43484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32688" y="43342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tiers compile against the frozen plugin API in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@rpg/shared</a:t>
            </a:r>
            <a:pPr indent="0" marL="0">
              <a:buNone/>
            </a:pPr>
            <a:r>
              <a:rPr lang="en-US" sz="11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PLUGIN_API_VERSION 1.0.0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manifest: plugin.json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3474720"/>
          </a:xfrm>
          <a:prstGeom prst="rect">
            <a:avLst/>
          </a:prstGeom>
          <a:solidFill>
            <a:srgbClr val="1C3A1D"/>
          </a:solidFill>
          <a:ln w="9525">
            <a:solidFill>
              <a:srgbClr val="1C3A1D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25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A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plugins/my-plugin/plugin.json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"my-plugin",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"0.1.0",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"apiVersion": "^1.0.0",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"npub1… or a name",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"server": "./dist/server.js",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"client": "./dist/client.js",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 ["./content/waves.json"],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"assets": "./assets",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"capabilities": ["brain", "item"],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"enabled": true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DCE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64008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4901184" y="13441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340" y="1449324"/>
            <a:ext cx="210312" cy="2103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68112" y="12618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required fields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68112" y="15179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version, apiVersion — every other field is optional.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103120"/>
            <a:ext cx="3977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103120"/>
            <a:ext cx="64008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Shape 14"/>
          <p:cNvSpPr/>
          <p:nvPr/>
        </p:nvSpPr>
        <p:spPr>
          <a:xfrm>
            <a:off x="4901184" y="22585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363724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68112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Content-only = data plugin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68112" y="24323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manifest with just content never runs code — the safe tier.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09160" y="3017520"/>
            <a:ext cx="3977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09160" y="3017520"/>
            <a:ext cx="64008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Shape 19"/>
          <p:cNvSpPr/>
          <p:nvPr/>
        </p:nvSpPr>
        <p:spPr>
          <a:xfrm>
            <a:off x="4901184" y="31729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340" y="3278124"/>
            <a:ext cx="210312" cy="2103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468112" y="3090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 are declared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468112" y="33467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· item · system · event · content · model · panel — for listing and audit.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709160" y="3931920"/>
            <a:ext cx="39776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09160" y="3931920"/>
            <a:ext cx="64008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Shape 24"/>
          <p:cNvSpPr/>
          <p:nvPr/>
        </p:nvSpPr>
        <p:spPr>
          <a:xfrm>
            <a:off x="4901184" y="408736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192524"/>
            <a:ext cx="210312" cy="2103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68112" y="40050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off switches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68112" y="42611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"enabled": false in the manifest, or list the name in realm.json plugins.disabled.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folder to running plugin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508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298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" y="2459736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plugins/* and installed gorilator-plugin-* npm packages are walked at boot.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194" y="2514600"/>
            <a:ext cx="91440" cy="91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137410" y="1417320"/>
            <a:ext cx="1508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6319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1"/>
          <p:cNvSpPr/>
          <p:nvPr/>
        </p:nvSpPr>
        <p:spPr>
          <a:xfrm>
            <a:off x="266319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2885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256282" y="2459736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plugin.json must declare name + apiVersion. “_” names are templates; plugins/ wins duplicates.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04" y="2514600"/>
            <a:ext cx="91440" cy="914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817620" y="1417320"/>
            <a:ext cx="1508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4340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4343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90906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936492" y="2459736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realm.json plugins.disabled and “enabled”: false turn a plugin off by name.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614" y="2514600"/>
            <a:ext cx="91440" cy="914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497830" y="1417320"/>
            <a:ext cx="1508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2361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1"/>
          <p:cNvSpPr/>
          <p:nvPr/>
        </p:nvSpPr>
        <p:spPr>
          <a:xfrm>
            <a:off x="602361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58927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616702" y="2459736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apiVersion major must equal the host's PLUGIN_API_VERSION major.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824" y="2514600"/>
            <a:ext cx="91440" cy="9144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178040" y="1417320"/>
            <a:ext cx="15087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703820" y="1600200"/>
            <a:ext cx="457200" cy="457200"/>
          </a:xfrm>
          <a:prstGeom prst="ellipse">
            <a:avLst/>
          </a:prstGeom>
          <a:solidFill>
            <a:srgbClr val="E3A92B"/>
          </a:solidFill>
          <a:ln/>
        </p:spPr>
      </p:sp>
      <p:sp>
        <p:nvSpPr>
          <p:cNvPr id="32" name="Text 26"/>
          <p:cNvSpPr/>
          <p:nvPr/>
        </p:nvSpPr>
        <p:spPr>
          <a:xfrm>
            <a:off x="77038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A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7269480" y="2148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7296912" y="2459736"/>
            <a:ext cx="1271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entry's setup(ctx) runs; the client bundle is served per plugin.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solidFill>
            <a:srgbClr val="E7EDD6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41148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logged:  </a:t>
            </a:r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</a:t>
            </a:r>
            <a:pPr indent="0" marL="0">
              <a:buNone/>
            </a:pPr>
            <a:r>
              <a:rPr lang="en-US" sz="1050" dirty="0">
                <a:solidFill>
                  <a:srgbClr val="6E7565"/>
                </a:solidFill>
              </a:rPr>
              <a:t>  ·  </a:t>
            </a:r>
            <a:pPr indent="0" marL="0">
              <a:buNone/>
            </a:pPr>
            <a:r>
              <a:rPr lang="en-US" sz="1050" b="1" dirty="0">
                <a:solidFill>
                  <a:srgbClr val="8A6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 — skipped</a:t>
            </a:r>
            <a:pPr indent="0" marL="0">
              <a:buNone/>
            </a:pPr>
            <a:r>
              <a:rPr lang="en-US" sz="1050" dirty="0">
                <a:solidFill>
                  <a:srgbClr val="6E7565"/>
                </a:solidFill>
              </a:rPr>
              <a:t>  ·  </a:t>
            </a:r>
            <a:pPr indent="0" marL="0">
              <a:buNone/>
            </a:pPr>
            <a:r>
              <a:rPr lang="en-US" sz="1050" b="1" dirty="0">
                <a:solidFill>
                  <a:srgbClr val="9B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mismatch — skipped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TIER · SERVER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seams into the simulation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1518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38074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8132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4264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registerBrain()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AI id, instantly valid in every manifest brain field — NPCs, spawners, waves.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4408" y="1234440"/>
            <a:ext cx="261518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23444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1"/>
          <p:cNvSpPr/>
          <p:nvPr/>
        </p:nvSpPr>
        <p:spPr>
          <a:xfrm>
            <a:off x="3429000" y="138074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48132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6200" y="14264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registerItem()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465576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behaviors for items: consume, heal, broadcast. Registering a builtin id overrides it.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71616" y="1234440"/>
            <a:ext cx="261518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123444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Shape 16"/>
          <p:cNvSpPr/>
          <p:nvPr/>
        </p:nvSpPr>
        <p:spPr>
          <a:xfrm>
            <a:off x="6236208" y="138074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8132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93408" y="14264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registerSystem()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72784" y="18013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(state, dt) system in the 20 Hz loop, wrapped in a perf span (F3 · /api/perf).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57200" y="2907792"/>
            <a:ext cx="261518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2907792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Shape 21"/>
          <p:cNvSpPr/>
          <p:nvPr/>
        </p:nvSpPr>
        <p:spPr>
          <a:xfrm>
            <a:off x="621792" y="305409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15468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8992" y="30998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on(event)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58368" y="34747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events at the existing emit sites — player:spawn, entity:killed, wave:start/end.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64408" y="2907792"/>
            <a:ext cx="261518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64408" y="2907792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Shape 26"/>
          <p:cNvSpPr/>
          <p:nvPr/>
        </p:nvSpPr>
        <p:spPr>
          <a:xfrm>
            <a:off x="3429000" y="305409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154680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86200" y="30998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registerContentLoader()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3465576" y="34747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+ parse your own JSON with the same live-reload pipeline as the builtins.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071616" y="2907792"/>
            <a:ext cx="2615184" cy="1417320"/>
          </a:xfrm>
          <a:prstGeom prst="rect">
            <a:avLst/>
          </a:prstGeom>
          <a:solidFill>
            <a:srgbClr val="FBF3DD"/>
          </a:solidFill>
          <a:ln w="9525">
            <a:solidFill>
              <a:srgbClr val="EBD9A8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71616" y="2907792"/>
            <a:ext cx="64008" cy="1417320"/>
          </a:xfrm>
          <a:prstGeom prst="rect">
            <a:avLst/>
          </a:prstGeom>
          <a:solidFill>
            <a:srgbClr val="E3A92B"/>
          </a:solidFill>
          <a:ln/>
        </p:spPr>
      </p:sp>
      <p:sp>
        <p:nvSpPr>
          <p:cNvPr id="38" name="Shape 31"/>
          <p:cNvSpPr/>
          <p:nvPr/>
        </p:nvSpPr>
        <p:spPr>
          <a:xfrm>
            <a:off x="6236208" y="3054096"/>
            <a:ext cx="402336" cy="402336"/>
          </a:xfrm>
          <a:prstGeom prst="ellipse">
            <a:avLst/>
          </a:prstGeom>
          <a:solidFill>
            <a:srgbClr val="E3A92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154680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93408" y="30998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A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272784" y="347472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entities and set timers — the host owns damage resolution. Any hp ≤ 0 you cause becomes entity:killed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TIER · CLIENT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Plugins reach the screen too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89611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1444752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6362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362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registerItemModel()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6550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icon, and model for plugin items — the same registry the builtin items use.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57200" y="2404872"/>
            <a:ext cx="4069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04872"/>
            <a:ext cx="64008" cy="89611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Shape 11"/>
          <p:cNvSpPr/>
          <p:nvPr/>
        </p:nvSpPr>
        <p:spPr>
          <a:xfrm>
            <a:off x="649224" y="2615184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73405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532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registerFrameSystem()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280160" y="28254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per-frame hook, perf-spanned as plugin:&lt;name&gt; in the F3 overlay.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457200" y="3575304"/>
            <a:ext cx="40690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575304"/>
            <a:ext cx="64008" cy="89611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Shape 16"/>
          <p:cNvSpPr/>
          <p:nvPr/>
        </p:nvSpPr>
        <p:spPr>
          <a:xfrm>
            <a:off x="649224" y="37856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90448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registerDevPanel()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280160" y="39959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your own panel under the plug-icon button in dev builds.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4754880" y="1234440"/>
            <a:ext cx="3931920" cy="3236976"/>
          </a:xfrm>
          <a:prstGeom prst="rect">
            <a:avLst/>
          </a:prstGeom>
          <a:solidFill>
            <a:srgbClr val="1C3A1D"/>
          </a:solidFill>
          <a:ln w="9525">
            <a:solidFill>
              <a:srgbClr val="1C3A1D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029200" y="1444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SHIPS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029200" y="1810512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whole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browser can't resolve bare imports; import only types from </a:t>
            </a:r>
            <a:pPr indent="0" marL="0">
              <a:buNone/>
            </a:pPr>
            <a:r>
              <a:rPr lang="en-US" sz="1050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@rpg/shared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029200" y="246888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served live by the Vite pluginBundler at </a:t>
            </a:r>
            <a:pPr indent="0" marL="0">
              <a:buNone/>
            </a:pPr>
            <a:r>
              <a:rPr lang="en-US" sz="1050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/plugins/&lt;name&gt;/client.js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029200" y="312724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emitted straight into the client build.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029200" y="3785616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files in assets/ are served at </a:t>
            </a:r>
            <a:pPr indent="0" marL="0">
              <a:buNone/>
            </a:pPr>
            <a:r>
              <a:rPr lang="en-US" sz="1050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/plugins/&lt;name&gt;/assets/*</a:t>
            </a:r>
            <a:pPr indent="0" marL="0">
              <a:buNone/>
            </a:pPr>
            <a:r>
              <a:rPr lang="en-US" sz="105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 · OVER THE WIRE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Realm packs ride Nostr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88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170078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30333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13232" y="2542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Nostr event — one pack per author + identifier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788920" cy="1362456"/>
          </a:xfrm>
          <a:prstGeom prst="rect">
            <a:avLst/>
          </a:prstGeom>
          <a:solidFill>
            <a:srgbClr val="E7EDD6"/>
          </a:solidFill>
          <a:ln w="9525">
            <a:solidFill>
              <a:srgbClr val="D6DEBE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246120"/>
            <a:ext cx="64008" cy="136245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3401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JSON — validated, never executed.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" y="391363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untrusted community content lives in this tier.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234440"/>
            <a:ext cx="51663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1234440"/>
            <a:ext cx="64008" cy="941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2464" y="1472184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1336" y="1591056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43400" y="1344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Publish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43400" y="161848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 author signs and publishes a kind-30333 event whose content is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{"type":"waves","data":[…]}</a:t>
            </a:r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pack per author + identifier.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3520440" y="2450592"/>
            <a:ext cx="51663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520440" y="2450592"/>
            <a:ext cx="64008" cy="941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2" name="Shape 19"/>
          <p:cNvSpPr/>
          <p:nvPr/>
        </p:nvSpPr>
        <p:spPr>
          <a:xfrm>
            <a:off x="3712464" y="268833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80720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343400" y="2560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Opt in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343400" y="283464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trusts authors in .env —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REALM_PACK_AUTHORS=npub1…,npub1…</a:t>
            </a:r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(relays via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REALM_PACK_RELAYS</a:t>
            </a:r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3520440" y="3666744"/>
            <a:ext cx="516636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520440" y="3666744"/>
            <a:ext cx="64008" cy="94183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Shape 24"/>
          <p:cNvSpPr/>
          <p:nvPr/>
        </p:nvSpPr>
        <p:spPr>
          <a:xfrm>
            <a:off x="3712464" y="3904488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36" y="4023360"/>
            <a:ext cx="237744" cy="2377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343400" y="3776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Live-reload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343400" y="4050792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cache to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.gorilator-packs/</a:t>
            </a:r>
            <a:pPr indent="0" marL="0">
              <a:buNone/>
            </a:pPr>
            <a:r>
              <a:rPr lang="en-US" sz="98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feed the same pipeline as local content — waves merge additively.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rails &amp; versioning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4475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5905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Frozen API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8470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PLUGIN_API_VERSION (1.0.0)</a:t>
            </a:r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@rpg/shared: additive hooks bump minor, breaking changes bump major — the host refuses plugins targeting another major.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28016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1"/>
          <p:cNvSpPr/>
          <p:nvPr/>
        </p:nvSpPr>
        <p:spPr>
          <a:xfrm>
            <a:off x="4846320" y="144475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5905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isolation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92040" y="184708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throwing brain, system, or event handler is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and skipped</a:t>
            </a:r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bad plugin cannot take down the 20 Hz tick.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457200" y="297180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97180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5069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200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schema identity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85800" y="35387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@rpg/shared</a:t>
            </a:r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stays external in server bundles, so plugin and host share one schema. New synced fields still require a core schema change.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4663440" y="297180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971800"/>
            <a:ext cx="64008" cy="14173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Shape 21"/>
          <p:cNvSpPr/>
          <p:nvPr/>
        </p:nvSpPr>
        <p:spPr>
          <a:xfrm>
            <a:off x="4846320" y="31363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250692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0680" y="3200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Fork-safe zone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892040" y="35387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plugins in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</a:t>
            </a:r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pPr indent="0" marL="0">
              <a:buNone/>
            </a:pPr>
            <a:r>
              <a:rPr lang="en-US" sz="98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scripts/check-fork.mjs</a:t>
            </a:r>
            <a:pPr indent="0" marL="0">
              <a:buNone/>
            </a:pPr>
            <a:r>
              <a:rPr lang="en-US" sz="98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verifies a fork never touched packages/*/src.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630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template to loaded — then manage 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 RPG · PLUGIN SYSTEM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86384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0817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plugins/_template plugins/my-plugin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2257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</a:t>
            </a:r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plugin.json</a:t>
            </a:r>
            <a:pPr indent="0" marL="0">
              <a:buNone/>
            </a:pPr>
            <a:r>
              <a:rPr lang="en-US" sz="10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write </a:t>
            </a:r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src/server.ts</a:t>
            </a:r>
            <a:pPr indent="0" marL="0">
              <a:buNone/>
            </a:pPr>
            <a:r>
              <a:rPr lang="en-US" sz="1000" dirty="0">
                <a:solidFill>
                  <a:srgbClr val="26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src/client.ts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3697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build:plugins</a:t>
            </a:r>
            <a:pPr indent="0" marL="0">
              <a:buNone/>
            </a:pPr>
            <a:r>
              <a:rPr lang="en-US" sz="10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(--watch for the dev loop)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4069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0D2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15137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dev</a:t>
            </a:r>
            <a:pPr indent="0" marL="0">
              <a:buNone/>
            </a:pPr>
            <a:r>
              <a:rPr lang="en-US" sz="1000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logs </a:t>
            </a:r>
            <a:pPr indent="0" marL="0">
              <a:buNone/>
            </a:pPr>
            <a:r>
              <a:rPr lang="en-US" sz="1000" dirty="0">
                <a:solidFill>
                  <a:srgbClr val="7A5A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[plugins] my-plugin loaded</a:t>
            </a:r>
            <a:endParaRPr lang="en-US" sz="1000" dirty="0"/>
          </a:p>
          <a:p>
            <a:pPr indent="0" marL="0">
              <a:buNone/>
            </a:pPr>
            <a:r>
              <a:rPr lang="en-US" sz="850" i="1" dirty="0">
                <a:solidFill>
                  <a:srgbClr val="6E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JSON live-reloads; restart to re-run setup()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1C3A1D"/>
          </a:solidFill>
          <a:ln w="9525">
            <a:solidFill>
              <a:srgbClr val="1C3A1D"/>
            </a:solidFill>
            <a:prstDash val="solid"/>
          </a:ln>
          <a:effectLst>
            <a:outerShdw sx="100000" sy="100000" kx="0" ky="0" algn="bl" rotWithShape="0" blurRad="88900" dist="25400" dir="8100000">
              <a:srgbClr val="1C3A1D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444752"/>
            <a:ext cx="100584" cy="100584"/>
          </a:xfrm>
          <a:prstGeom prst="ellipse">
            <a:avLst/>
          </a:prstGeom>
          <a:solidFill>
            <a:srgbClr val="E3A92B"/>
          </a:solidFill>
          <a:ln/>
        </p:spPr>
      </p:sp>
      <p:sp>
        <p:nvSpPr>
          <p:cNvPr id="24" name="Shape 22"/>
          <p:cNvSpPr/>
          <p:nvPr/>
        </p:nvSpPr>
        <p:spPr>
          <a:xfrm>
            <a:off x="5138928" y="1444752"/>
            <a:ext cx="100584" cy="10058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321808" y="1444752"/>
            <a:ext cx="100584" cy="100584"/>
          </a:xfrm>
          <a:prstGeom prst="ellipse">
            <a:avLst/>
          </a:prstGeom>
          <a:solidFill>
            <a:srgbClr val="9B3A2E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A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gorilator plugin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56048" y="202996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B7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plugin + version, enabled state, capabilities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266090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 | disable &lt;name&gt;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B7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realm.json plugins.disabled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2918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&lt;path&gt;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B7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 local dir into plugins/ (--link symlinks)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392277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D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&lt;npub&gt;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B7C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 realm-pack author in .env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206240" cy="420624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005840"/>
            <a:ext cx="3108960" cy="3108960"/>
          </a:xfrm>
          <a:prstGeom prst="ellipse">
            <a:avLst/>
          </a:prstGeom>
          <a:solidFill>
            <a:srgbClr val="97BC62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E3A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6F4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your first plugin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498080" y="530352"/>
            <a:ext cx="1005840" cy="1005840"/>
          </a:xfrm>
          <a:prstGeom prst="ellipse">
            <a:avLst/>
          </a:prstGeom>
          <a:solidFill>
            <a:srgbClr val="E3A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9540" y="781812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7863840" cy="1234440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0391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A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plugins/example-arena</a:t>
            </a:r>
            <a:pPr indent="0" marL="0">
              <a:buNone/>
            </a:pPr>
            <a:r>
              <a:rPr lang="en-US" sz="1350" b="1" dirty="0">
                <a:solidFill>
                  <a:srgbClr val="F6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seam in ~100 lines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00200" y="235000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kamikaze brain, an arena-horn item, a kill-feed listener, custom waves, and a client dev panel — with an integration test alongside the loader.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456432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24492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" y="354787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plugins/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in-repo &amp; fork-safe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28416" y="3456432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24492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11296" y="354787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gorilator-plugin-&lt;name&gt;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16752" y="3456432"/>
            <a:ext cx="2487168" cy="713232"/>
          </a:xfrm>
          <a:prstGeom prst="roundRect">
            <a:avLst>
              <a:gd name="adj" fmla="val 15385"/>
            </a:avLst>
          </a:prstGeom>
          <a:solidFill>
            <a:srgbClr val="24492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99632" y="3547872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6F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Nostr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kind-30333 data packs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4498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4B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docs/plugins.md</a:t>
            </a:r>
            <a:pPr indent="0" marL="0">
              <a:buNone/>
            </a:pPr>
            <a:r>
              <a:rPr lang="en-US" sz="1050" dirty="0">
                <a:solidFill>
                  <a:srgbClr val="6E8A62"/>
                </a:solidFill>
              </a:rPr>
              <a:t>   ·   </a:t>
            </a:r>
            <a:pPr indent="0" marL="0">
              <a:buNone/>
            </a:pPr>
            <a:r>
              <a:rPr lang="en-US" sz="1050" dirty="0">
                <a:solidFill>
                  <a:srgbClr val="A4B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gorilator help plugin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Plugins Work</dc:title>
  <dc:subject>PptxGenJS Presentation</dc:subject>
  <dc:creator>Gorilator RPG</dc:creator>
  <cp:lastModifiedBy>Gorilator RPG</cp:lastModifiedBy>
  <cp:revision>1</cp:revision>
  <dcterms:created xsi:type="dcterms:W3CDTF">2026-06-10T15:10:53Z</dcterms:created>
  <dcterms:modified xsi:type="dcterms:W3CDTF">2026-06-10T15:10:53Z</dcterms:modified>
</cp:coreProperties>
</file>